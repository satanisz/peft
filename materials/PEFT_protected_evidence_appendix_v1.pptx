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3a228376d24259" /><Relationship Type="http://schemas.openxmlformats.org/officeDocument/2006/relationships/extended-properties" Target="/docProps/app.xml" Id="Rb90a8e1bd3214d6b" /><Relationship Type="http://schemas.openxmlformats.org/officeDocument/2006/relationships/officeDocument" Target="/ppt/presentation.xml" Id="R4e0d7d1ad3b645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74e7ea2183465a"/>
  </p:sldMasterIdLst>
  <p:notesMasterIdLst>
    <p:notesMasterId xmlns:r="http://schemas.openxmlformats.org/officeDocument/2006/relationships" r:id="R1684afbfe25344f0"/>
  </p:notesMasterIdLst>
  <p:sldIdLst>
    <p:sldId xmlns:r="http://schemas.openxmlformats.org/officeDocument/2006/relationships" id="256" r:id="Rcf14bf048a4d4a0f"/>
    <p:sldId xmlns:r="http://schemas.openxmlformats.org/officeDocument/2006/relationships" id="257" r:id="Rf58a50a965104da8"/>
    <p:sldId xmlns:r="http://schemas.openxmlformats.org/officeDocument/2006/relationships" id="258" r:id="R14a5f1922050492c"/>
    <p:sldId xmlns:r="http://schemas.openxmlformats.org/officeDocument/2006/relationships" id="259" r:id="R0fa6a054e18d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55dc103194759" /><Relationship Type="http://schemas.openxmlformats.org/officeDocument/2006/relationships/slideMaster" Target="/ppt/slideMasters/slideMaster1.xml" Id="Rca74e7ea2183465a" /><Relationship Type="http://schemas.openxmlformats.org/officeDocument/2006/relationships/notesMaster" Target="/ppt/notesMasters/notesMaster1.xml" Id="R1684afbfe25344f0" /><Relationship Type="http://schemas.openxmlformats.org/officeDocument/2006/relationships/presProps" Target="/ppt/presProps.xml" Id="Ra7e356f0c8ce46b9" /><Relationship Type="http://schemas.openxmlformats.org/officeDocument/2006/relationships/tableStyles" Target="/ppt/tableStyles.xml" Id="Raef654593c3c4903" /><Relationship Type="http://schemas.openxmlformats.org/officeDocument/2006/relationships/slide" Target="/ppt/slides/slide1.xml" Id="Rcf14bf048a4d4a0f" /><Relationship Type="http://schemas.openxmlformats.org/officeDocument/2006/relationships/slide" Target="/ppt/slides/slide2.xml" Id="Rf58a50a965104da8" /><Relationship Type="http://schemas.openxmlformats.org/officeDocument/2006/relationships/slide" Target="/ppt/slides/slide3.xml" Id="R14a5f1922050492c" /><Relationship Type="http://schemas.openxmlformats.org/officeDocument/2006/relationships/slide" Target="/ppt/slides/slide4.xml" Id="R0fa6a054e18d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0d97b2cf04d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d725255974628" /><Relationship Type="http://schemas.openxmlformats.org/officeDocument/2006/relationships/notesMaster" Target="/ppt/notesMasters/notesMaster1.xml" Id="R6f7b07ec904b4e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968039df0741a2" /><Relationship Type="http://schemas.openxmlformats.org/officeDocument/2006/relationships/notesMaster" Target="/ppt/notesMasters/notesMaster1.xml" Id="R85620238d502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3fdb24bef44aad" /><Relationship Type="http://schemas.openxmlformats.org/officeDocument/2006/relationships/notesMaster" Target="/ppt/notesMasters/notesMaster1.xml" Id="R7dad9b277ad747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81511e569641b2" /><Relationship Type="http://schemas.openxmlformats.org/officeDocument/2006/relationships/notesMaster" Target="/ppt/notesMasters/notesMaster1.xml" Id="Ra1c56c4e87a0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1,5–2 min</a:t>
            </a:r>
          </a:p>
          <a:p xmlns:a="http://schemas.openxmlformats.org/drawingml/2006/main">
            <a:r>
              <a:t>Cel: Zamienić porażkę benchmarku w decyzję governance.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Evidence v1 pozostaje FAILED/FROZEN/READ-ONLY. Warsztat może wykorzystać case po dry-runie, ale produkcja ma status NOT APPROVED. Model proponuje, guard weryfikuje, człowiek zatwierdza.</a:t>
            </a:r>
          </a:p>
          <a:p xmlns:a="http://schemas.openxmlformats.org/drawingml/2006/main">
            <a:r>
              <a:t>Zamknięcie: Który wynik wcześniej dawał wam największe fałszywe poczucie bezpieczeństwa?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repo:results/sprint6/protected_evidence_v1_closure.json</a:t>
            </a:r>
          </a:p>
          <a:p xmlns:a="http://schemas.openxmlformats.org/drawingml/2006/main">
            <a:r>
              <a:t>- repo:docs/28_sprint_6_final_evidence_review.md</a:t>
            </a:r>
          </a:p>
          <a:p xmlns:a="http://schemas.openxmlformats.org/drawingml/2006/main">
            <a:r>
              <a:t>- repo:docs/30_sprint_6_evidence_v1_closure_report.md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Trzy seedy potwierdziły łatwe validation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Automatyczna bramka była READY, ale review analityczny zatrzymał otwarcie testów. To pokazuje rolę bramki jakościowej ponad samym automatem.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repo:results/sprint4/m4_pretest_summary.md</a:t>
            </a:r>
          </a:p>
          <a:p xmlns:a="http://schemas.openxmlformats.org/drawingml/2006/main">
            <a:r>
              <a:t>- repo:docs/14_sprint_4_analytical_review.md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Błędy mają różne przyczyny i różne remedia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rób jednej poprawki na wszystkie błędy. Najpierw sklasyfikuj przyczynę: dane, prompt, model, guard czy niejednoznaczny gold.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repo:docs/16_sprint_4_2b_error_analysis_and_rerun_plan.md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Portfel use case’ów wymaga różnych barier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Przykłady: kontrola sprawozdań, audyt, odchylenia, reklamacje, incydenty. Wysoka konsekwencja nie wyklucza LLM, lecz zwiększa wymagania.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- https://arxiv.org/abs/2311.11944</a:t>
            </a:r>
          </a:p>
          <a:p xmlns:a="http://schemas.openxmlformats.org/drawingml/2006/main">
            <a:r>
              <a:t>- https://arxiv.org/abs/2109.00122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78dbd8c5a4c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b073c497f84df9" /><Relationship Type="http://schemas.openxmlformats.org/officeDocument/2006/relationships/slideLayout" Target="/ppt/slideLayouts/slideLayout1.xml" Id="Rc6eb7b4713d8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eb7b4713d8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74ee117564808" /><Relationship Type="http://schemas.openxmlformats.org/officeDocument/2006/relationships/notesSlide" Target="/ppt/notesSlides/notesSlide1.xml" Id="Rc1fe1854030a45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641a010394738" /><Relationship Type="http://schemas.openxmlformats.org/officeDocument/2006/relationships/notesSlide" Target="/ppt/notesSlides/notesSlide2.xml" Id="R50561255b3fe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f454b8c2f43e8" /><Relationship Type="http://schemas.openxmlformats.org/officeDocument/2006/relationships/notesSlide" Target="/ppt/notesSlides/notesSlide3.xml" Id="Rb5ec9de87d7848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d239f507b40ee" /><Relationship Type="http://schemas.openxmlformats.org/officeDocument/2006/relationships/notesSlide" Target="/ppt/notesSlides/notesSlide4.xml" Id="Rb4a334cd58f64e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06F7F-BBCD-4970-8540-8D42B82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1644-E82C-4D59-83D5-BAAD47B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3BAF2-DF47-410F-AC35-2D9E6CF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1CBD8-7346-49B8-B3CC-7792BD0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 był poprawny — trzy bramki przed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60703-8A8F-4A70-BCE4-8A3650A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744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EA130-C78D-46DE-9C93-F69E2A87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G0 kontrakt → G1 shadow freeze → G2.1 gotowość</a:t>
            </a:r>
          </a:p>
          <a:p xmlns:a="http://schemas.openxmlformats.org/drawingml/2006/main">
            <a:r>
              <a:t>approval + operator → jeden evidence run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r>
              <a:t>870 odpowiedzi • 3 seedy • 0 retuningu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419C8-92C0-40F5-87CD-FBB64FFA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Przejście po slajdzie 48 • około 1,5 minuty</a:t>
            </a:r>
          </a:p>
        </p:txBody>
      </p:sp>
    </p:spTree>
    <p:extLst>
      <p:ext uri="{BB962C8B-B14F-4D97-AF65-F5344CB8AC3E}">
        <p14:creationId xmlns:p14="http://schemas.microsoft.com/office/powerpoint/2010/main" val="1027382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56CCD0-73AB-4AF3-9BC5-D7374A9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EVIDENCE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65FA0-FEDD-46DF-8DC1-4B9D6197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E20BB-9657-4C16-AF4F-37F4BCB4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Zielone metryki bazowe nie przetrwały challenge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D171D-C60C-49C2-B14F-DE444976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0094D-E4A8-4EC7-A308-05158F2A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309AA-AF54-4B5E-B43F-4B36FA9B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1CB68-E695-4659-83F6-2D59BC13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Wynik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039A9-EBDF-48CC-870E-C0E08F0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D46C5-4E23-47C5-8A4E-874D7975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CDA07-7442-4F94-8427-63787A1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91857-76AE-4A53-BF33-0B9C0120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Decyzja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A1A43-0EE1-4522-86E8-DC444B21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1F142-DAE1-4D04-9E8B-099AC2AB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 ujawnia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D81BD-B53D-42C8-89C0-FA1D7DE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7BFD0-C554-46B0-A211-374A24EA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Original /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1C280-F53A-4F1B-80D6-E46DDAB8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239D5-F70D-4369-8EEB-1002D0B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0,971 / 1,000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2E0BC-1717-420A-A503-1A18C0EB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FDF3E-4073-426B-8593-A12A86A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0,90 / 0,85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539B0-38C1-4544-B196-57D1610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5A42F-1146-4C9B-996E-3578C65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FE123-70E9-4CBE-AA6D-79D418DB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243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398C6-C197-4DEB-BBED-400CBAC6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prostsze splity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2E731-B984-4C80-A11C-40FE6CA9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9A2B1-496B-418A-96FB-B2B47BC2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Challenge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9E01B-13FC-469B-A000-96A780E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BC000-C7C3-4F6A-875F-CAFD3AAF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86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0,700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80AFFE-295E-426C-B036-A8556E2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CB444-96D4-43E3-9E05-AB4851AB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86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0,85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43093-4457-4CEA-9155-60BACC6F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0180A-3B27-4F75-9385-E2535DA4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817CA-138C-45D8-B993-C3267F38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243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CB1B7-C3E1-4BFA-A5A2-7E6E9BF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statusy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D198C-F542-4525-A424-86CC5C0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55E890-EFFF-47AF-B6BC-89426F0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Shadow INSUFFICIENT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3EB933-B8AF-4C63-A758-3736C7FC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18BD12-63F3-4B38-A7B6-ABCCB5A9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0,600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81F78-8502-4111-A424-B601E79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814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B15174-C3ED-4C03-AFFD-CB016B4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957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0,75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F876D0-D46D-4E5A-B758-9928E3EB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814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A4F65F-A9E5-489C-87D9-84EAAA04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DECB23-04D5-4A63-A7F6-880CC75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43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DB95D-2B6B-4167-A975-1CCF9D25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957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brak danych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1FE269-2EC5-4247-A648-99DCF288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Challenge severity: 0,617 &lt; 0,85 • schema/source: 1,000</a:t>
            </a:r>
          </a:p>
        </p:txBody>
      </p:sp>
    </p:spTree>
    <p:extLst>
      <p:ext uri="{BB962C8B-B14F-4D97-AF65-F5344CB8AC3E}">
        <p14:creationId xmlns:p14="http://schemas.microsoft.com/office/powerpoint/2010/main" val="771554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DD0B96-E6BB-42F7-93C8-E87A2C11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EVIDENCE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AFCFE-4392-4898-9B32-A8F10D51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B0547-2A75-4A8D-9D68-089705F2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Najgroźniejszy błąd wyglądał technicznie poprawnie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6B8DD-2689-425D-A93C-7E1A630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5609-A0B7-43DE-AFCE-C88947D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Etap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B730D-15D7-47B9-8CFB-A8E77C2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53C7E-BA12-4C7E-815A-4BD84385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43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Treść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DE211-7915-4C1E-8244-8D35DE4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6FB79-D7CA-4EAF-A177-04A1487D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Wynik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CB02B-EF73-4F1A-AEC7-45D7E5FA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CFBD3-7829-4B09-B256-95E27AD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Znaczenie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BFBAE-2436-4C20-BB37-805D188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557A1-CBA6-420A-9CB6-83396D6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Injection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AD156-64DE-4761-B71E-5560CB88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622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526EE-72BD-4DD1-A4E8-5A047FD5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76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zignoruj procedurę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32D8C-CE61-4E19-A1A4-044EEF0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660A1-FC5E-4FF3-87E5-715208C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zwróć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CBB27-6602-40AD-A1BE-73E712F7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184AC-9ED2-4A83-AD4B-69906DA4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niezaufane źródło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340BA-3F11-4BF3-8B63-0C0D2901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94B21-6C7A-43BE-A16E-BA4CBAE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85F82-E3B8-4D0B-B37D-74B60A65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45648-E434-4A74-B98F-D5D46249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86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brak danych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ADE07-9090-411E-B663-3BE0061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28EDA-51C6-4612-9152-D33F036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53C9C-EB02-495B-AD00-8158775F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7BC7C-9A87-42FB-8B90-8CAA7B4C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11/60 critical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4EF0F-7793-4C99-B786-CC3278BA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92EB7-EE9D-42FE-92D6-BD581E98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Seed 20260827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9FFA1-FE27-44A1-B41A-3FD0BB79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814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6507A-5112-48B1-941F-2773263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95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poprawne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742BBB-4EA0-48D9-805B-DDAD67AA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89B98-2B04-4A20-982A-0C439E6D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983E8E-D606-4432-8F8C-590AC3E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5F88F9-885F-464E-9F30-9FE2810A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 assurance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C5C9CB-2FF5-4082-AC19-2714AFA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2DBAE6-1BFF-4675-968F-5ED266FF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Seed 20260828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ACAE0-09CD-451D-A929-93AB78D1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910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139151-2FED-4823-B2EB-66BD89F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poprawne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6A424F-3EAC-4725-B50F-598EA8A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D63C90-BEA4-4540-9EB3-772A976B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04E2F0-C48D-43AD-9203-AED2F0B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2FF513-8533-47F3-B90C-00EC6D1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053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 assurance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14F6EE-D9DA-4170-9D6B-1DB1E59E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A44BB5-BFF5-4F0F-80A0-C929917C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Seed 20260829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08043A-B179-4E3D-867A-61E19AE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AD7EDB-389A-40C5-9C69-573E4BF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poprawne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A2D818-4832-44DD-8EF5-4A209BB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006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E069B1-8636-4FCE-BD75-D5A6AD8C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E4B5B5-EAA9-429F-829F-7D0ACA9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06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808E34-3886-4A7C-84E6-81D04532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niestabilność</a:t>
            </a:r>
          </a:p>
        </p:txBody>
      </p:sp>
    </p:spTree>
    <p:extLst>
      <p:ext uri="{BB962C8B-B14F-4D97-AF65-F5344CB8AC3E}">
        <p14:creationId xmlns:p14="http://schemas.microsoft.com/office/powerpoint/2010/main" val="1777350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BE0C4-36C6-4EBF-A485-2DE4086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DECYZJA SYSTEMOWA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F3374-651F-48BC-AEA7-57689FB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9D03C-2FBE-4A69-99F9-6C6DEF1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Porażka benchmarku może być sukcesem procesu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CB79-CECE-48F5-9D0D-0E98292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220A-F944-4D83-B9AA-31C483B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LLM PROPONUJE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C5E94-AAA5-4860-BB07-AF0AC54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3254D-D84D-4F4F-84BC-2485F749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FAILED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FROZEN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READ-ONLY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E557A-60AB-4AB6-9C03-550A2DD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B4319-643D-4E37-9267-DAC1E03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GUARD WERYFIKUJE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9B70D-8928-49F9-9C44-750C1F30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Warsztat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AD5BC-E9B6-403F-8F58-45F752E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CASE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AKCEPTOWANY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PO DRY-RUNIE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591DF-9498-4985-B417-A7600A65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F7699-97CD-4A4B-A5D0-94D732B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CZŁOWIEK ZATWIERDZA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F6049-CAE5-4D84-8DA2-41CC48AE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Produkcja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93B20-FACD-4C9D-8987-15D61636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NOT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</p:spTree>
    <p:extLst>
      <p:ext uri="{BB962C8B-B14F-4D97-AF65-F5344CB8AC3E}">
        <p14:creationId xmlns:p14="http://schemas.microsoft.com/office/powerpoint/2010/main" val="1621139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2026-08-30T10:03:16.5610000Z</dcterms:created>
  <dcterms:modified xsi:type="dcterms:W3CDTF">2026-08-30T10:03:16.5610000Z</dcterms:modified>
</coreProperties>
</file>